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Deterministic Failure to Probabilistic Certainty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Predicting Local Geometric Variation from In-Situ Thermal Dynamics</a:t>
            </a:r>
          </a:p>
          <a:p>
            <a:r>
              <a:t>[Team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Goal: Map in-situ thermal features to final track geometry.</a:t>
            </a:r>
          </a:p>
          <a:p>
            <a:r>
              <a:t>The Challenge: Extreme spatial noise in Wyko profilometry measurements.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Target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Spatial Anchoring:</a:t>
            </a:r>
          </a:p>
          <a:p>
            <a:r>
              <a:t>1. In-Situ Thermal (0.2mm resolution)</a:t>
            </a:r>
          </a:p>
          <a:p>
            <a:r>
              <a:t>2. Unified X-Axis (20mm to 100mm)</a:t>
            </a:r>
          </a:p>
          <a:p>
            <a:r>
              <a:t>3. Wyko Heightmap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False Summit: Deterministic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Hypothesis Falsified: Exact local width cannot be deterministically mapped.</a:t>
            </a:r>
          </a:p>
          <a:p>
            <a:r>
              <a:t>Leave-One-Track-Out validation showed negative R² across the board.</a:t>
            </a:r>
          </a:p>
          <a:p>
            <a:r>
              <a:t>Thermal sensors lack spatial bandwidth to predict sub-millimeter extraction noise.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Identifiability Pivot (Our Innovation)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Instead of predicting a point estimate (Deterministic)...</a:t>
            </a:r>
          </a:p>
          <a:p>
            <a:r>
              <a:t>We pivot to predicting a probability envelope (Probabilistic).</a:t>
            </a:r>
          </a:p>
          <a:p>
            <a:r>
              <a:t>Sensors perfectly capture the macro-thermal process regime.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Refined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Rolling 5-frame window (t-2 to t+2) to capture transient thermal state.</a:t>
            </a:r>
          </a:p>
          <a:p>
            <a:r>
              <a:t>Core Physics Features:</a:t>
            </a:r>
          </a:p>
          <a:p>
            <a:r>
              <a:t>- Peak Temperature</a:t>
            </a:r>
          </a:p>
          <a:p>
            <a:r>
              <a:t>- Melt Pool Area</a:t>
            </a:r>
          </a:p>
          <a:p>
            <a:r>
              <a:t>- Melt Pool Length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Bayesian Ridge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Natively outputs posterior predictive distribution (Mean &amp; Variance).</a:t>
            </a:r>
          </a:p>
          <a:p>
            <a:r>
              <a:t>No artificial post-hoc calibration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&amp; Quantitative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28.3% CRPS Improvement over naive training baseline.</a:t>
            </a:r>
          </a:p>
          <a:p>
            <a:r>
              <a:t>Near-perfect empirical coverage at the 90% nominal target level.</a:t>
            </a:r>
          </a:p>
          <a:p>
            <a:r>
              <a:t>[Insert CRPS Chart from Notebook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Blind Inference (Track 21)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Smooth, dynamic predictive mean with 90% confidence spatial envelope.</a:t>
            </a:r>
          </a:p>
          <a:p>
            <a:r>
              <a:t>[Insert Track 21 Spatial Envelope Chart from Notebook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Rigorous hypothesis falsification prevents false confidence.</a:t>
            </a:r>
          </a:p>
          <a:p>
            <a:r>
              <a:t>Probabilistic bounding is safer for manufacturing control.</a:t>
            </a:r>
          </a:p>
          <a:p>
            <a:r>
              <a:t>Simple, physically grounded features outperform complex, overfit architectures.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